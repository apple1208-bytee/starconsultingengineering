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194560" cy="219456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548640"/>
            <a:ext cx="1097280" cy="10972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389120"/>
            <a:ext cx="1463040" cy="146304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6692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A45"/>
                </a:solidFill>
              </a:rPr>
              <a:t>CLASS PROJECT  •  LIVETECHINDIA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Consulting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Website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2801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development project built with modern technologies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Indrayani Mahadik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31A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63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27048" y="46634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31A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4663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51176" y="46634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31A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4663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75304" y="46634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31A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4663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consultancy website for a piping, stress &amp; vibration engineering firm — built as a class project with real functionality.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65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19659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1965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920240"/>
            <a:ext cx="19659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514600" y="2999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965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20240"/>
            <a:ext cx="19659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63440" y="2999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1965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920240"/>
            <a:ext cx="196596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12280" y="2999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Next.js 16 App Router  •  Supabase backend  •  5 client-side engineering tools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3716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" y="31546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pages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website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384048"/>
            <a:ext cx="5257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384048"/>
            <a:ext cx="91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4389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About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768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company info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1261872"/>
            <a:ext cx="5257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261872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3167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(×10 pages)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service detail pages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2139696"/>
            <a:ext cx="5257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2139696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945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(×10 pages)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25237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landing pages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017520"/>
            <a:ext cx="5257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3017520"/>
            <a:ext cx="91440" cy="7132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0723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inquiry form → Supabase database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3895344"/>
            <a:ext cx="5257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20440" y="3895344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950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Hub + Calculators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4279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engineering tools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CALCULATORS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633472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126187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933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Wall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ASME B31.3 pipe sizing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2633472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51376" y="1261872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933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5786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expansion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170432"/>
            <a:ext cx="2633472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86016" y="126187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9933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5786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pressure loss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3063240"/>
            <a:ext cx="2633472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34056" y="3154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8862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44622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units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63240"/>
            <a:ext cx="2633472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68696" y="315468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8862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4622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stress limits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calculators run 100% in the browser — no server required, instant results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07008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07008"/>
            <a:ext cx="2029968" cy="91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9659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1207008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1207008"/>
            <a:ext cx="2029968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417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19659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35424" y="1207008"/>
            <a:ext cx="2029968" cy="141732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35424" y="1207008"/>
            <a:ext cx="202996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417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6864" y="19659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1207008"/>
            <a:ext cx="2029968" cy="14173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207008"/>
            <a:ext cx="2029968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9659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Backend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25880" y="2852928"/>
            <a:ext cx="2029968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25880" y="2852928"/>
            <a:ext cx="20299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063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6118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65576" y="2852928"/>
            <a:ext cx="2029968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65576" y="2852928"/>
            <a:ext cx="2029968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3063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57016" y="36118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05272" y="2852928"/>
            <a:ext cx="2029968" cy="14173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05272" y="2852928"/>
            <a:ext cx="2029968" cy="91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96712" y="3063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96712" y="36118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TECHNOLOGIES?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61872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1704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5179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SEO-friendly, App Router for modern page structure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157984"/>
            <a:ext cx="475488" cy="47548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665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4140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errors before runtime — cleaner, safer 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3054096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626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33101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styling with design tokens, no separate CSS 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395020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858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42062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 database — stores contact &amp; newsletter forms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98848" y="1115568"/>
            <a:ext cx="36576" cy="3794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61872"/>
            <a:ext cx="475488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1704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76672" y="15179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form field before saving to the database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15798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0665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24140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 alerts when a user submits the contact 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054096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9626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33101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clean icons across all pages — easy to use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261872"/>
            <a:ext cx="1005840" cy="10058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2618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0352" y="2395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84832" y="1691640"/>
            <a:ext cx="5486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7752" y="166420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1261872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54096" y="12618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2395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691640"/>
            <a:ext cx="5486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66420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1261872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75504" y="12618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73168" y="2395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27648" y="1691640"/>
            <a:ext cx="5486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30568" y="166420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6912" y="1261872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96912" y="12618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94576" y="2395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Resend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16276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109728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383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Calculators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7947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in the browser using React state — no API calls, no database, instant results.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values  →  Formula calculates instantly  →  Result displayed on screen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898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Supabase API keys and connecting the live database to the Next.js project correctly.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82312" y="1170432"/>
            <a:ext cx="416052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170432"/>
            <a:ext cx="41605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46904" y="13898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20+ individual pages for services &amp; industries using Next.js dynamic [slug] routes.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416052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4160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33101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Accuracy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correct engineering formulas (ASME B31.3) with proper unit handling and edge cases.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82312" y="3090672"/>
            <a:ext cx="416052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3090672"/>
            <a:ext cx="41605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33101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3749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page look polished on both desktop and mobile screens using Tailwind CSS utilities.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527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52144"/>
            <a:ext cx="8001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15214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978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2161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both the frontend UI and connected a real backend database from scratch.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082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920240"/>
            <a:ext cx="8001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92024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965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1984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Supabase to store and retrieve form submissions in a production-style setup.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688336"/>
            <a:ext cx="8001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68833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7340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with Zod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27523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all user input and displayed clear error messages before saving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570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456432"/>
            <a:ext cx="8001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3456432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502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3520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Next.js App Router to build scalable, SEO-friendly multi-page sites.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25112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224528"/>
            <a:ext cx="8001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224528"/>
            <a:ext cx="64008" cy="6583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270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Throughout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42885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TypeScript across the entire codebase — fewer bugs, more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68580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Successfully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professional engineering consultancy website built with modern full-stack technologies — demonstrating real-world web development skills learned in Livetechindia.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263347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9300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content updates without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429000"/>
            <a:ext cx="263347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49300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calculations &amp; recommendations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429000"/>
            <a:ext cx="263347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349300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on Vercel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93192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on the internet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Consulting Engineering Website</dc:title>
  <dc:subject>PptxGenJS Presentation</dc:subject>
  <dc:creator>Indrayani Mahadik</dc:creator>
  <cp:lastModifiedBy>Indrayani Mahadik</cp:lastModifiedBy>
  <cp:revision>1</cp:revision>
  <dcterms:created xsi:type="dcterms:W3CDTF">2026-06-06T19:11:49Z</dcterms:created>
  <dcterms:modified xsi:type="dcterms:W3CDTF">2026-06-06T19:11:49Z</dcterms:modified>
</cp:coreProperties>
</file>